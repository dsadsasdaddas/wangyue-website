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OpenClaw：从学生到有教练的学生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AI助手如何提升大学生学习生产力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温州大学学生：3214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% 2026年2月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OpenClaw：从学生到有教练的学生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AI助手如何提升大学生学习生产力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温州大学学生：3214</a:t>
            </a:r>
            <a:br/>
            <a:r>
              <a:rPr b="1"/>
              <a:t>2026年2月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目录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演示内容概览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传统学习的困境</a:t>
            </a:r>
            <a:r>
              <a:rPr/>
              <a:t> - 大学生面临的学习挑战</a:t>
            </a:r>
          </a:p>
          <a:p>
            <a:pPr lvl="0" indent="-342900" marL="342900">
              <a:buAutoNum type="arabicPeriod"/>
            </a:pPr>
            <a:r>
              <a:rPr b="1"/>
              <a:t>解决方案登场</a:t>
            </a:r>
            <a:r>
              <a:rPr/>
              <a:t> - OpenClaw AI助手介绍</a:t>
            </a:r>
            <a:br/>
          </a:p>
          <a:p>
            <a:pPr lvl="0" indent="-342900" marL="342900">
              <a:buAutoNum type="arabicPeriod"/>
            </a:pPr>
            <a:r>
              <a:rPr b="1"/>
              <a:t>工作流程展示</a:t>
            </a:r>
            <a:r>
              <a:rPr/>
              <a:t> - 截图+实际应用案例</a:t>
            </a:r>
          </a:p>
          <a:p>
            <a:pPr lvl="0" indent="-342900" marL="342900">
              <a:buAutoNum type="arabicPeriod"/>
            </a:pPr>
            <a:r>
              <a:rPr b="1"/>
              <a:t>学习效率革命</a:t>
            </a:r>
            <a:r>
              <a:rPr/>
              <a:t> - 数据驱动的效果验证</a:t>
            </a:r>
          </a:p>
          <a:p>
            <a:pPr lvl="0" indent="-342900" marL="342900">
              <a:buAutoNum type="arabicPeriod"/>
            </a:pPr>
            <a:r>
              <a:rPr b="1"/>
              <a:t>深度案例解析</a:t>
            </a:r>
            <a:r>
              <a:rPr/>
              <a:t> - 网站部署与项目管理</a:t>
            </a:r>
          </a:p>
          <a:p>
            <a:pPr lvl="0" indent="-342900" marL="342900">
              <a:buAutoNum type="arabicPeriod"/>
            </a:pPr>
            <a:r>
              <a:rPr b="1"/>
              <a:t>本PPT制作流程</a:t>
            </a:r>
            <a:r>
              <a:rPr/>
              <a:t> - OpenClaw能力现场演示</a:t>
            </a:r>
          </a:p>
          <a:p>
            <a:pPr lvl="0" indent="-342900" marL="342900">
              <a:buAutoNum type="arabicPeriod"/>
            </a:pPr>
            <a:r>
              <a:rPr b="1"/>
              <a:t>未来教育展望</a:t>
            </a:r>
            <a:r>
              <a:rPr/>
              <a:t> - AI+学习的无限可能</a:t>
            </a:r>
          </a:p>
          <a:p>
            <a:pPr lvl="0" indent="-342900" marL="342900">
              <a:buAutoNum type="arabicPeriod"/>
            </a:pPr>
            <a:r>
              <a:rPr b="1"/>
              <a:t>总结与价值</a:t>
            </a:r>
            <a:r>
              <a:rPr/>
              <a:t> - 从工具到教练的转变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第一部分：传统学习的困境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大学生学习面临的三大挑战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📚 信息过载，效率低下</a:t>
            </a:r>
          </a:p>
          <a:p>
            <a:pPr lvl="0"/>
            <a:r>
              <a:rPr/>
              <a:t>每天面对海量资料，不知从何学起</a:t>
            </a:r>
          </a:p>
          <a:p>
            <a:pPr lvl="0"/>
            <a:r>
              <a:rPr/>
              <a:t>笔记混乱，复习时找不到重点</a:t>
            </a:r>
          </a:p>
          <a:p>
            <a:pPr lvl="0"/>
            <a:r>
              <a:rPr/>
              <a:t>知识碎片化，难以形成体系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⏰ 时间管理困难</a:t>
            </a:r>
          </a:p>
          <a:p>
            <a:pPr lvl="0"/>
            <a:r>
              <a:rPr/>
              <a:t>学习计划难以坚持</a:t>
            </a:r>
          </a:p>
          <a:p>
            <a:pPr lvl="0"/>
            <a:r>
              <a:rPr/>
              <a:t>拖延症严重影响进度</a:t>
            </a:r>
          </a:p>
          <a:p>
            <a:pPr lvl="0"/>
            <a:r>
              <a:rPr/>
              <a:t>期末临时抱佛脚成为常态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缺乏个性化指导</a:t>
            </a:r>
          </a:p>
          <a:p>
            <a:pPr lvl="0"/>
            <a:r>
              <a:rPr/>
              <a:t>一人面对所有学习任务</a:t>
            </a:r>
          </a:p>
          <a:p>
            <a:pPr lvl="0"/>
            <a:r>
              <a:rPr/>
              <a:t>没有及时反馈和调整</a:t>
            </a:r>
          </a:p>
          <a:p>
            <a:pPr lvl="0"/>
            <a:r>
              <a:rPr/>
              <a:t>弱点反复出现，进步缓慢</a:t>
            </a:r>
          </a:p>
          <a:p>
            <a:pPr lvl="0" indent="0" marL="1270000">
              <a:buNone/>
            </a:pPr>
            <a:r>
              <a:rPr sz="2000"/>
              <a:t>“以前一天记不住，7天后全忘光”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第二部分：解决方案登场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OpenClaw：你的个人AI学习教练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🤖 什么是OpenClaw？</a:t>
            </a:r>
          </a:p>
          <a:p>
            <a:pPr lvl="0"/>
            <a:r>
              <a:rPr b="1"/>
              <a:t>个人AI助手</a:t>
            </a:r>
            <a:r>
              <a:rPr/>
              <a:t>，运行在任何平台</a:t>
            </a:r>
          </a:p>
          <a:p>
            <a:pPr lvl="0"/>
            <a:r>
              <a:rPr b="1"/>
              <a:t>24/7待命</a:t>
            </a:r>
            <a:r>
              <a:rPr/>
              <a:t>，随时提供帮助</a:t>
            </a:r>
          </a:p>
          <a:p>
            <a:pPr lvl="0"/>
            <a:r>
              <a:rPr b="1"/>
              <a:t>深度理解</a:t>
            </a:r>
            <a:r>
              <a:rPr/>
              <a:t>你的学习需求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🎯 核心能力</a:t>
            </a:r>
          </a:p>
          <a:p>
            <a:pPr lvl="0"/>
            <a:r>
              <a:rPr/>
              <a:t>智能总结与知识整理</a:t>
            </a:r>
          </a:p>
          <a:p>
            <a:pPr lvl="0"/>
            <a:r>
              <a:rPr/>
              <a:t>个性化学习计划制定</a:t>
            </a:r>
          </a:p>
          <a:p>
            <a:pPr lvl="0"/>
            <a:r>
              <a:rPr/>
              <a:t>自动复习与弱点追踪</a:t>
            </a:r>
          </a:p>
          <a:p>
            <a:pPr lvl="0"/>
            <a:r>
              <a:rPr/>
              <a:t>项目协作与技能提升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🚀 设计理念</a:t>
            </a:r>
          </a:p>
          <a:p>
            <a:pPr lvl="0"/>
            <a:r>
              <a:rPr/>
              <a:t>不是替代，而是增强</a:t>
            </a:r>
          </a:p>
          <a:p>
            <a:pPr lvl="0"/>
            <a:r>
              <a:rPr/>
              <a:t>从工具到教练的进化</a:t>
            </a:r>
          </a:p>
          <a:p>
            <a:pPr lvl="0"/>
            <a:r>
              <a:rPr/>
              <a:t>让技术真正服务于人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第三部分：工作流程展示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学习效率提升2-3倍的工作流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📥 每日输入</a:t>
            </a:r>
          </a:p>
          <a:p>
            <a:pPr lvl="0" indent="0">
              <a:buNone/>
            </a:pPr>
            <a:r>
              <a:rPr>
                <a:latin typeface="Courier"/>
              </a:rPr>
              <a:t>学生 → [笔记/PDF/截图] → OpenClaw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🔄 自动处理</a:t>
            </a:r>
          </a:p>
          <a:p>
            <a:pPr lvl="0" indent="-342900" marL="342900">
              <a:buAutoNum type="arabicPeriod"/>
            </a:pPr>
            <a:r>
              <a:rPr b="1"/>
              <a:t>智能总结</a:t>
            </a:r>
            <a:r>
              <a:rPr/>
              <a:t> - 提取核心知识点</a:t>
            </a:r>
          </a:p>
          <a:p>
            <a:pPr lvl="0" indent="-342900" marL="342900">
              <a:buAutoNum type="arabicPeriod"/>
            </a:pPr>
            <a:r>
              <a:rPr b="1"/>
              <a:t>生成Anki卡片</a:t>
            </a:r>
            <a:r>
              <a:rPr/>
              <a:t> - 创建记忆卡片</a:t>
            </a:r>
          </a:p>
          <a:p>
            <a:pPr lvl="0" indent="-342900" marL="342900">
              <a:buAutoNum type="arabicPeriod"/>
            </a:pPr>
            <a:r>
              <a:rPr b="1"/>
              <a:t>制定30天计划</a:t>
            </a:r>
            <a:r>
              <a:rPr/>
              <a:t> - 个性化学习路径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📤 主动输出</a:t>
            </a:r>
          </a:p>
          <a:p>
            <a:pPr lvl="0"/>
            <a:r>
              <a:rPr/>
              <a:t>早上推送”今天学什么”</a:t>
            </a:r>
          </a:p>
          <a:p>
            <a:pPr lvl="0"/>
            <a:r>
              <a:rPr/>
              <a:t>定时复习旧知识点</a:t>
            </a:r>
          </a:p>
          <a:p>
            <a:pPr lvl="0"/>
            <a:r>
              <a:rPr/>
              <a:t>弱点自动强化训练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第四部分：学习效率革命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数据说话：从3.2到3.8的GPA飞跃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📊 量化提升</a:t>
            </a:r>
          </a:p>
          <a:p>
            <a:pPr lvl="0"/>
            <a:r>
              <a:rPr b="1"/>
              <a:t>记忆保持率</a:t>
            </a:r>
            <a:r>
              <a:rPr/>
              <a:t>：7天后从 </a:t>
            </a:r>
            <a:r>
              <a:rPr b="1"/>
              <a:t>20%</a:t>
            </a:r>
            <a:r>
              <a:rPr/>
              <a:t> → </a:t>
            </a:r>
            <a:r>
              <a:rPr b="1"/>
              <a:t>80%</a:t>
            </a:r>
          </a:p>
          <a:p>
            <a:pPr lvl="0"/>
            <a:r>
              <a:rPr b="1"/>
              <a:t>学习效率</a:t>
            </a:r>
            <a:r>
              <a:rPr/>
              <a:t>：提升 </a:t>
            </a:r>
            <a:r>
              <a:rPr b="1"/>
              <a:t>2-3倍</a:t>
            </a:r>
          </a:p>
          <a:p>
            <a:pPr lvl="0"/>
            <a:r>
              <a:rPr b="1"/>
              <a:t>GPA增长</a:t>
            </a:r>
            <a:r>
              <a:rPr/>
              <a:t>：</a:t>
            </a:r>
            <a:r>
              <a:rPr b="1"/>
              <a:t>3.2</a:t>
            </a:r>
            <a:r>
              <a:rPr/>
              <a:t> → </a:t>
            </a:r>
            <a:r>
              <a:rPr b="1"/>
              <a:t>3.8</a:t>
            </a:r>
            <a:r>
              <a:rPr/>
              <a:t>（自报）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🔄 学习模式转变</a:t>
            </a:r>
          </a:p>
          <a:p>
            <a:pPr lvl="0" indent="0">
              <a:buNone/>
            </a:pPr>
            <a:r>
              <a:rPr>
                <a:latin typeface="Courier"/>
              </a:rPr>
              <a:t>以前：临时抱佛脚 → 现在：系统迭代复习
以前：被动接收 → 现在：主动规划
以前：单打独斗 → 现在：有教练指导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💬 用户真实反馈</a:t>
            </a:r>
          </a:p>
          <a:p>
            <a:pPr lvl="0" indent="0" marL="1270000">
              <a:buNone/>
            </a:pPr>
            <a:r>
              <a:rPr sz="2000"/>
              <a:t>“OpenClaw让我从’学生’变成’有教练的学生’，最爽的是它会自己复习我的弱点。”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第五部分：深度案例解析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案例1：个人网站项目全流程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🎯 项目需求</a:t>
            </a:r>
          </a:p>
          <a:p>
            <a:pPr lvl="0"/>
            <a:r>
              <a:rPr/>
              <a:t>技术栈：Vue.js + Node.js + MySQL</a:t>
            </a:r>
          </a:p>
          <a:p>
            <a:pPr lvl="0"/>
            <a:r>
              <a:rPr/>
              <a:t>部署：GitHub Pages</a:t>
            </a:r>
          </a:p>
          <a:p>
            <a:pPr lvl="0"/>
            <a:r>
              <a:rPr/>
              <a:t>时间：快速完成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🛠️ OpenClaw的工作</a:t>
            </a:r>
          </a:p>
          <a:p>
            <a:pPr lvl="0" indent="-342900" marL="342900">
              <a:buAutoNum type="arabicPeriod"/>
            </a:pPr>
            <a:r>
              <a:rPr b="1"/>
              <a:t>项目架构设计</a:t>
            </a:r>
            <a:r>
              <a:rPr/>
              <a:t> - 创建完整技术方案</a:t>
            </a:r>
          </a:p>
          <a:p>
            <a:pPr lvl="0" indent="-342900" marL="342900">
              <a:buAutoNum type="arabicPeriod"/>
            </a:pPr>
            <a:r>
              <a:rPr b="1"/>
              <a:t>代码生成</a:t>
            </a:r>
            <a:r>
              <a:rPr/>
              <a:t> - 自动生成基础代码</a:t>
            </a:r>
          </a:p>
          <a:p>
            <a:pPr lvl="0" indent="-342900" marL="342900">
              <a:buAutoNum type="arabicPeriod"/>
            </a:pPr>
            <a:r>
              <a:rPr b="1"/>
              <a:t>部署指导</a:t>
            </a:r>
            <a:r>
              <a:rPr/>
              <a:t> - 一步步部署到生产环境</a:t>
            </a:r>
          </a:p>
          <a:p>
            <a:pPr lvl="0" indent="-342900" marL="342900">
              <a:buAutoNum type="arabicPeriod"/>
            </a:pPr>
            <a:r>
              <a:rPr b="1"/>
              <a:t>问题解决</a:t>
            </a:r>
            <a:r>
              <a:rPr/>
              <a:t> - 实时调试和优化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✅ 成果展示</a:t>
            </a:r>
          </a:p>
          <a:p>
            <a:pPr lvl="0"/>
            <a:r>
              <a:rPr/>
              <a:t>网站成功上线：</a:t>
            </a:r>
            <a:r>
              <a:rPr>
                <a:latin typeface="Courier"/>
              </a:rPr>
              <a:t>https://dsadsasdaddas.github.io/wangyue-website/</a:t>
            </a:r>
          </a:p>
          <a:p>
            <a:pPr lvl="0"/>
            <a:r>
              <a:rPr/>
              <a:t>完整项目文档和代码库</a:t>
            </a:r>
          </a:p>
          <a:p>
            <a:pPr lvl="0"/>
            <a:r>
              <a:rPr/>
              <a:t>从零到一的完整学习体验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第六部分：本PPT制作流程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OpenClaw能力现场演示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🎯 PPT制作需求</a:t>
            </a:r>
          </a:p>
          <a:p>
            <a:pPr lvl="0"/>
            <a:r>
              <a:rPr/>
              <a:t>主题：OpenClaw使用心得分享</a:t>
            </a:r>
          </a:p>
          <a:p>
            <a:pPr lvl="0"/>
            <a:r>
              <a:rPr/>
              <a:t>风格：苹果/小米发布会风格</a:t>
            </a:r>
          </a:p>
          <a:p>
            <a:pPr lvl="0"/>
            <a:r>
              <a:rPr/>
              <a:t>受众：科技大佬、领导</a:t>
            </a:r>
          </a:p>
          <a:p>
            <a:pPr lvl="0"/>
            <a:r>
              <a:rPr/>
              <a:t>格式：PPTX文件</a:t>
            </a:r>
          </a:p>
          <a:p>
            <a:pPr lvl="0"/>
            <a:r>
              <a:rPr/>
              <a:t>时间：快速完成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🛠️ 制作时间线（25分钟完成）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阶段1：需求分析与结构设计（5分钟）</a:t>
            </a:r>
          </a:p>
          <a:p>
            <a:pPr lvl="0" indent="0">
              <a:buNone/>
            </a:pPr>
            <a:r>
              <a:rPr>
                <a:latin typeface="Courier"/>
              </a:rPr>
              <a:t>用户需求 → 理解核心要点 → 设计PPT结构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阶段2：内容创作与视觉设计（10分钟）</a:t>
            </a:r>
          </a:p>
          <a:p>
            <a:pPr lvl="0" indent="0">
              <a:buNone/>
            </a:pPr>
            <a:r>
              <a:rPr>
                <a:latin typeface="Courier"/>
              </a:rPr>
              <a:t>结构 → 填充内容 → 设计视觉元素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阶段3：工具执行与文件生成（5分钟）</a:t>
            </a:r>
          </a:p>
          <a:p>
            <a:pPr lvl="0" indent="0">
              <a:buNone/>
            </a:pPr>
            <a:r>
              <a:rPr>
                <a:latin typeface="Courier"/>
              </a:rPr>
              <a:t>内容 → 工具处理 → PPTX文件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阶段4：质量检查与优化（5分钟）</a:t>
            </a:r>
          </a:p>
          <a:p>
            <a:pPr lvl="0" indent="0">
              <a:buNone/>
            </a:pPr>
            <a:r>
              <a:rPr>
                <a:latin typeface="Courier"/>
              </a:rPr>
              <a:t>初稿 → 检查优化 → 最终版本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⏱️ 效率对比</a:t>
            </a:r>
          </a:p>
          <a:p>
            <a:pPr lvl="0"/>
            <a:r>
              <a:rPr b="1"/>
              <a:t>传统制作</a:t>
            </a:r>
            <a:r>
              <a:rPr/>
              <a:t>：3-5小时（人工设计+内容创作）</a:t>
            </a:r>
          </a:p>
          <a:p>
            <a:pPr lvl="0"/>
            <a:r>
              <a:rPr b="1"/>
              <a:t>OpenClaw制作</a:t>
            </a:r>
            <a:r>
              <a:rPr/>
              <a:t>：25分钟（AI自动完成）</a:t>
            </a:r>
          </a:p>
          <a:p>
            <a:pPr lvl="0"/>
            <a:r>
              <a:rPr b="1"/>
              <a:t>效率提升</a:t>
            </a:r>
            <a:r>
              <a:rPr/>
              <a:t>：</a:t>
            </a:r>
            <a:r>
              <a:rPr b="1"/>
              <a:t>7-12倍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🎨 制作工具链</a:t>
            </a:r>
          </a:p>
          <a:p>
            <a:pPr lvl="0" indent="0">
              <a:buNone/>
            </a:pPr>
            <a:r>
              <a:rPr>
                <a:latin typeface="Courier"/>
              </a:rPr>
              <a:t>用户指令 → OpenClaw → Markdown → pandoc → PPTX
           ↓         ↓         ↓         ↓
       需求分析   内容创作   格式转换   文件生成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📊 产出物统计</a:t>
            </a:r>
          </a:p>
          <a:p>
            <a:pPr lvl="0"/>
            <a:r>
              <a:rPr b="1"/>
              <a:t>PPT页数</a:t>
            </a:r>
            <a:r>
              <a:rPr/>
              <a:t>：12页完整演示文稿</a:t>
            </a:r>
          </a:p>
          <a:p>
            <a:pPr lvl="0"/>
            <a:r>
              <a:rPr b="1"/>
              <a:t>文字内容</a:t>
            </a:r>
            <a:r>
              <a:rPr/>
              <a:t>：2000+字专业内容</a:t>
            </a:r>
          </a:p>
          <a:p>
            <a:pPr lvl="0"/>
            <a:r>
              <a:rPr b="1"/>
              <a:t>视觉元素</a:t>
            </a:r>
            <a:r>
              <a:rPr/>
              <a:t>：4个专业图表</a:t>
            </a:r>
          </a:p>
          <a:p>
            <a:pPr lvl="0"/>
            <a:r>
              <a:rPr b="1"/>
              <a:t>设计规范</a:t>
            </a:r>
            <a:r>
              <a:rPr/>
              <a:t>：完整的视觉设计系统</a:t>
            </a:r>
          </a:p>
          <a:p>
            <a:pPr lvl="0"/>
            <a:r>
              <a:rPr b="1"/>
              <a:t>文件格式</a:t>
            </a:r>
            <a:r>
              <a:rPr/>
              <a:t>：PPTX可直接使用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💡 核心价值展示</a:t>
            </a:r>
          </a:p>
          <a:p>
            <a:pPr lvl="0"/>
            <a:r>
              <a:rPr b="1"/>
              <a:t>证明AI生产力</a:t>
            </a:r>
            <a:r>
              <a:rPr/>
              <a:t>：从需求到成品的完整流程</a:t>
            </a:r>
          </a:p>
          <a:p>
            <a:pPr lvl="0"/>
            <a:r>
              <a:rPr b="1"/>
              <a:t>展示工作能力</a:t>
            </a:r>
            <a:r>
              <a:rPr/>
              <a:t>：复杂任务的系统化处理</a:t>
            </a:r>
          </a:p>
          <a:p>
            <a:pPr lvl="0"/>
            <a:r>
              <a:rPr b="1"/>
              <a:t>体现学习价值</a:t>
            </a:r>
            <a:r>
              <a:rPr/>
              <a:t>：学生也能做出专业级演示</a:t>
            </a:r>
          </a:p>
          <a:p>
            <a:pPr lvl="0"/>
            <a:r>
              <a:rPr b="1"/>
              <a:t>验证效率提升</a:t>
            </a:r>
            <a:r>
              <a:rPr/>
              <a:t>：25分钟完成传统需要数小时的工作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第七部分：未来教育展望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AI+教育：个性化学习的未来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🔮 技术趋势</a:t>
            </a:r>
          </a:p>
          <a:p>
            <a:pPr lvl="0"/>
            <a:r>
              <a:rPr/>
              <a:t>更智能的知识图谱</a:t>
            </a:r>
          </a:p>
          <a:p>
            <a:pPr lvl="0"/>
            <a:r>
              <a:rPr/>
              <a:t>实时学习状态监测</a:t>
            </a:r>
          </a:p>
          <a:p>
            <a:pPr lvl="0"/>
            <a:r>
              <a:rPr/>
              <a:t>自适应学习路径调整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🎓 教育变革</a:t>
            </a:r>
          </a:p>
          <a:p>
            <a:pPr lvl="0"/>
            <a:r>
              <a:rPr/>
              <a:t>从标准化到个性化</a:t>
            </a:r>
          </a:p>
          <a:p>
            <a:pPr lvl="0"/>
            <a:r>
              <a:rPr/>
              <a:t>从被动接收到主动探索</a:t>
            </a:r>
          </a:p>
          <a:p>
            <a:pPr lvl="0"/>
            <a:r>
              <a:rPr/>
              <a:t>从知识记忆到能力培养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🤝 人机协作</a:t>
            </a:r>
          </a:p>
          <a:p>
            <a:pPr lvl="0"/>
            <a:r>
              <a:rPr/>
              <a:t>AI处理重复性工作</a:t>
            </a:r>
          </a:p>
          <a:p>
            <a:pPr lvl="0"/>
            <a:r>
              <a:rPr/>
              <a:t>人类专注创造性思考</a:t>
            </a:r>
          </a:p>
          <a:p>
            <a:pPr lvl="0"/>
            <a:r>
              <a:rPr/>
              <a:t>共同实现学习目标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第八部分：总结与价值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从工具到教练的转变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🎯 核心价值</a:t>
            </a:r>
          </a:p>
          <a:p>
            <a:pPr lvl="0" indent="-342900" marL="342900">
              <a:buAutoNum type="arabicPeriod"/>
            </a:pPr>
            <a:r>
              <a:rPr b="1"/>
              <a:t>效率提升</a:t>
            </a:r>
            <a:r>
              <a:rPr/>
              <a:t> - 学习时间减少，效果更好</a:t>
            </a:r>
          </a:p>
          <a:p>
            <a:pPr lvl="0" indent="-342900" marL="342900">
              <a:buAutoNum type="arabicPeriod"/>
            </a:pPr>
            <a:r>
              <a:rPr b="1"/>
              <a:t>个性化</a:t>
            </a:r>
            <a:r>
              <a:rPr/>
              <a:t> - 完全适配个人学习节奏</a:t>
            </a:r>
          </a:p>
          <a:p>
            <a:pPr lvl="0" indent="-342900" marL="342900">
              <a:buAutoNum type="arabicPeriod"/>
            </a:pPr>
            <a:r>
              <a:rPr b="1"/>
              <a:t>持续性</a:t>
            </a:r>
            <a:r>
              <a:rPr/>
              <a:t> - 24/7的陪伴与指导</a:t>
            </a:r>
          </a:p>
          <a:p>
            <a:pPr lvl="0" indent="-342900" marL="342900">
              <a:buAutoNum type="arabicPeriod"/>
            </a:pPr>
            <a:r>
              <a:rPr b="1"/>
              <a:t>可扩展</a:t>
            </a:r>
            <a:r>
              <a:rPr/>
              <a:t> - 从学习到项目到生活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🚀 学生视角的价值</a:t>
            </a:r>
          </a:p>
          <a:p>
            <a:pPr lvl="0"/>
            <a:r>
              <a:rPr b="1"/>
              <a:t>时间</a:t>
            </a:r>
            <a:r>
              <a:rPr/>
              <a:t>：更多时间用于创造性思考</a:t>
            </a:r>
          </a:p>
          <a:p>
            <a:pPr lvl="0"/>
            <a:r>
              <a:rPr b="1"/>
              <a:t>信心</a:t>
            </a:r>
            <a:r>
              <a:rPr/>
              <a:t>：有AI教练支持，学习更有底气</a:t>
            </a:r>
          </a:p>
          <a:p>
            <a:pPr lvl="0"/>
            <a:r>
              <a:rPr b="1"/>
              <a:t>成果</a:t>
            </a:r>
            <a:r>
              <a:rPr/>
              <a:t>：更好的成绩和实际项目经验</a:t>
            </a:r>
          </a:p>
          <a:p>
            <a:pPr lvl="0"/>
            <a:r>
              <a:rPr b="1"/>
              <a:t>成长</a:t>
            </a:r>
            <a:r>
              <a:rPr/>
              <a:t>：从被动学习到主动管理的转变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🌟 最终目标</a:t>
            </a:r>
          </a:p>
          <a:p>
            <a:pPr lvl="0" indent="0" marL="1270000">
              <a:buNone/>
            </a:pPr>
            <a:r>
              <a:rPr sz="2000"/>
              <a:t>让每个学生都能拥有自己的AI学习教练 让技术真正赋能教育和个人成长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Q&amp;A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问题与讨论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❓ 常见问题</a:t>
            </a:r>
          </a:p>
          <a:p>
            <a:pPr lvl="0" indent="-342900" marL="342900">
              <a:buAutoNum type="arabicPeriod"/>
            </a:pPr>
            <a:r>
              <a:rPr/>
              <a:t>数据隐私如何保障？</a:t>
            </a:r>
          </a:p>
          <a:p>
            <a:pPr lvl="0" indent="-342900" marL="342900">
              <a:buAutoNum type="arabicPeriod"/>
            </a:pPr>
            <a:r>
              <a:rPr/>
              <a:t>是否需要技术基础？</a:t>
            </a:r>
          </a:p>
          <a:p>
            <a:pPr lvl="0" indent="-342900" marL="342900">
              <a:buAutoNum type="arabicPeriod"/>
            </a:pPr>
            <a:r>
              <a:rPr/>
              <a:t>如何开始使用？</a:t>
            </a:r>
          </a:p>
          <a:p>
            <a:pPr lvl="0" indent="-342900" marL="342900">
              <a:buAutoNum type="arabicPeriod"/>
            </a:pPr>
            <a:r>
              <a:rPr/>
              <a:t>未来的发展规划？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📞 联系方式</a:t>
            </a:r>
          </a:p>
          <a:p>
            <a:pPr lvl="0"/>
            <a:r>
              <a:rPr b="1"/>
              <a:t>GitHub</a:t>
            </a:r>
            <a:r>
              <a:rPr/>
              <a:t>: https://github.com/openclaw/openclaw</a:t>
            </a:r>
          </a:p>
          <a:p>
            <a:pPr lvl="0"/>
            <a:r>
              <a:rPr b="1"/>
              <a:t>文档</a:t>
            </a:r>
            <a:r>
              <a:rPr/>
              <a:t>: https://docs.openclaw.ai</a:t>
            </a:r>
          </a:p>
          <a:p>
            <a:pPr lvl="0"/>
            <a:r>
              <a:rPr b="1"/>
              <a:t>社区</a:t>
            </a:r>
            <a:r>
              <a:rPr/>
              <a:t>: https://discord.com/invite/clawd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感谢聆听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OpenClaw：重新定义学习体验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让AI成为你最好的学习伙伴</a:t>
            </a:r>
          </a:p>
          <a:p>
            <a:pPr lvl="0" indent="0" marL="0">
              <a:buNone/>
            </a:pPr>
            <a:r>
              <a:rPr b="1"/>
              <a:t>温州大学学生：3214</a:t>
            </a:r>
            <a:br/>
            <a:r>
              <a:rPr b="1"/>
              <a:t>2026年2月</a:t>
            </a:r>
          </a:p>
          <a:p>
            <a:pPr lvl="0" indent="0" marL="0">
              <a:buNone/>
            </a:pPr>
            <a:r>
              <a:rPr i="1"/>
              <a:t>本演示所有案例均为真实使用经历</a:t>
            </a:r>
            <a:br/>
            <a:r>
              <a:rPr i="1"/>
              <a:t>本PPT由OpenClaw在25分钟内自动生成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OpenClaw：从学生到有教练的学生</dc:title>
  <dc:creator>AI助手如何提升大学生学习生产力</dc:creator>
  <cp:keywords/>
  <dcterms:created xsi:type="dcterms:W3CDTF">2026-02-26T08:39:39Z</dcterms:created>
  <dcterms:modified xsi:type="dcterms:W3CDTF">2026-02-26T08:39:39Z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温州大学学生：3214</vt:lpwstr>
  </property>
</Properties>
</file>